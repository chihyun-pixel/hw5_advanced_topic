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Nirand Bold" charset="1" panose="00000000000000000000"/>
      <p:regular r:id="rId10"/>
    </p:embeddedFont>
    <p:embeddedFont>
      <p:font typeface="Nunito" charset="1" panose="00000000000000000000"/>
      <p:regular r:id="rId11"/>
    </p:embeddedFont>
    <p:embeddedFont>
      <p:font typeface="Nunito Bold" charset="1" panose="0000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font" Target="fonts/font10.fntdata"/><Relationship Id="rId11" Type="http://schemas.openxmlformats.org/officeDocument/2006/relationships/font" Target="fonts/font11.fntdata"/><Relationship Id="rId12"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2492504" y="-2406016"/>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629410" y="2202766"/>
            <a:ext cx="11124645" cy="2492374"/>
          </a:xfrm>
          <a:prstGeom prst="rect">
            <a:avLst/>
          </a:prstGeom>
        </p:spPr>
        <p:txBody>
          <a:bodyPr anchor="t" rtlCol="false" tIns="0" lIns="0" bIns="0" rIns="0">
            <a:spAutoFit/>
          </a:bodyPr>
          <a:lstStyle/>
          <a:p>
            <a:pPr algn="l">
              <a:lnSpc>
                <a:spcPts val="17500"/>
              </a:lnSpc>
            </a:pPr>
            <a:r>
              <a:rPr lang="en-US" sz="2600" b="true">
                <a:solidFill>
                  <a:srgbClr val="FFFFFF"/>
                </a:solidFill>
                <a:latin typeface="Calibri"/>
                <a:ea typeface="Nirand Bold"/>
                <a:cs typeface="Nirand Bold"/>
                <a:sym typeface="Nirand Bold"/>
              </a:rPr>
              <a:t>Group Project</a:t>
            </a:r>
          </a:p>
        </p:txBody>
      </p:sp>
      <p:sp>
        <p:nvSpPr>
          <p:cNvPr name="TextBox 6" id="6"/>
          <p:cNvSpPr txBox="true"/>
          <p:nvPr/>
        </p:nvSpPr>
        <p:spPr>
          <a:xfrm rot="0">
            <a:off x="1629410" y="4727099"/>
            <a:ext cx="5398699" cy="887095"/>
          </a:xfrm>
          <a:prstGeom prst="rect">
            <a:avLst/>
          </a:prstGeom>
        </p:spPr>
        <p:txBody>
          <a:bodyPr anchor="t" rtlCol="false" tIns="0" lIns="0" bIns="0" rIns="0">
            <a:spAutoFit/>
          </a:bodyPr>
          <a:lstStyle/>
          <a:p>
            <a:pPr algn="l">
              <a:lnSpc>
                <a:spcPts val="7279"/>
              </a:lnSpc>
            </a:pPr>
            <a:r>
              <a:rPr lang="en-US" sz="2600">
                <a:solidFill>
                  <a:srgbClr val="FFFFFF"/>
                </a:solidFill>
                <a:latin typeface="Calibri"/>
                <a:ea typeface="Nunito"/>
                <a:cs typeface="Nunito"/>
                <a:sym typeface="Nunito"/>
              </a:rPr>
              <a:t>By Larana Group</a:t>
            </a:r>
          </a:p>
        </p:txBody>
      </p:sp>
      <p:grpSp>
        <p:nvGrpSpPr>
          <p:cNvPr name="Group 7" id="7"/>
          <p:cNvGrpSpPr/>
          <p:nvPr/>
        </p:nvGrpSpPr>
        <p:grpSpPr>
          <a:xfrm rot="0">
            <a:off x="14359304" y="488689"/>
            <a:ext cx="2513081" cy="25130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1700579" y="1028700"/>
            <a:ext cx="7733905" cy="0"/>
          </a:xfrm>
          <a:prstGeom prst="line">
            <a:avLst/>
          </a:prstGeom>
          <a:ln cap="flat" w="38100">
            <a:solidFill>
              <a:srgbClr val="2E3A44"/>
            </a:solidFill>
            <a:prstDash val="solid"/>
            <a:headEnd type="none" len="sm" w="sm"/>
            <a:tailEnd type="oval" len="lg" w="lg"/>
          </a:ln>
        </p:spPr>
        <p:txBody>
          <a:bodyPr/>
          <a:p/>
        </p:txBody>
      </p:sp>
      <p:sp>
        <p:nvSpPr>
          <p:cNvPr name="AutoShape 11" id="11"/>
          <p:cNvSpPr/>
          <p:nvPr/>
        </p:nvSpPr>
        <p:spPr>
          <a:xfrm>
            <a:off x="11230885" y="9258300"/>
            <a:ext cx="7770392" cy="0"/>
          </a:xfrm>
          <a:prstGeom prst="line">
            <a:avLst/>
          </a:prstGeom>
          <a:ln cap="flat" w="38100">
            <a:solidFill>
              <a:srgbClr val="2E3A44"/>
            </a:solidFill>
            <a:prstDash val="solid"/>
            <a:headEnd type="oval" len="lg" w="lg"/>
            <a:tailEnd type="none" len="sm" w="sm"/>
          </a:ln>
        </p:spPr>
        <p:txBody>
          <a:bodyPr/>
          <a:p/>
        </p:txBody>
      </p:sp>
      <p:grpSp>
        <p:nvGrpSpPr>
          <p:cNvPr name="Group 12" id="12"/>
          <p:cNvGrpSpPr/>
          <p:nvPr/>
        </p:nvGrpSpPr>
        <p:grpSpPr>
          <a:xfrm rot="0">
            <a:off x="1629410" y="7236435"/>
            <a:ext cx="1586288" cy="15862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1E1E"/>
        </a:solidFill>
        <a:effectLst/>
      </p:bgPr>
    </p:bg>
    <p:spTree>
      <p:nvGrpSpPr>
        <p:cNvPr id="1" name=""/>
        <p:cNvGrpSpPr/>
        <p:nvPr/>
      </p:nvGrpSpPr>
      <p:grpSpPr>
        <a:xfrm>
          <a:off x="0" y="0"/>
          <a:ext cx="0" cy="0"/>
          <a:chOff x="0" y="0"/>
          <a:chExt cx="0" cy="0"/>
        </a:xfrm>
      </p:grpSpPr>
      <p:grpSp>
        <p:nvGrpSpPr>
          <p:cNvPr name="Group 2" id="2"/>
          <p:cNvGrpSpPr/>
          <p:nvPr/>
        </p:nvGrpSpPr>
        <p:grpSpPr>
          <a:xfrm rot="0">
            <a:off x="-2492504" y="1970436"/>
            <a:ext cx="11663968" cy="116639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45194" y="-1345629"/>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p:txBody>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4740084" y="676275"/>
            <a:ext cx="8807832" cy="1495425"/>
          </a:xfrm>
          <a:prstGeom prst="rect">
            <a:avLst/>
          </a:prstGeom>
        </p:spPr>
        <p:txBody>
          <a:bodyPr anchor="t" rtlCol="false" tIns="0" lIns="0" bIns="0" rIns="0">
            <a:spAutoFit/>
          </a:bodyPr>
          <a:lstStyle/>
          <a:p>
            <a:pPr algn="ctr">
              <a:lnSpc>
                <a:spcPts val="10500"/>
              </a:lnSpc>
            </a:pPr>
            <a:r>
              <a:rPr lang="en-US" b="true" sz="2600">
                <a:solidFill>
                  <a:srgbClr val="FFFFFF"/>
                </a:solidFill>
                <a:latin typeface="Calibri"/>
                <a:ea typeface="Nirand Bold"/>
                <a:cs typeface="Nirand Bold"/>
                <a:sym typeface="Nirand Bold"/>
              </a:rPr>
              <a:t>MEET OUR TEAM</a:t>
            </a:r>
          </a:p>
        </p:txBody>
      </p:sp>
      <p:grpSp>
        <p:nvGrpSpPr>
          <p:cNvPr name="Group 13" id="13"/>
          <p:cNvGrpSpPr/>
          <p:nvPr/>
        </p:nvGrpSpPr>
        <p:grpSpPr>
          <a:xfrm rot="0">
            <a:off x="1435071" y="2947766"/>
            <a:ext cx="3604151" cy="4309001"/>
            <a:chOff x="0" y="0"/>
            <a:chExt cx="812800" cy="971756"/>
          </a:xfrm>
        </p:grpSpPr>
        <p:sp>
          <p:nvSpPr>
            <p:cNvPr name="Freeform 14" id="14"/>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2"/>
              <a:stretch>
                <a:fillRect l="-39555" t="0" r="-39555" b="0"/>
              </a:stretch>
            </a:blipFill>
          </p:spPr>
        </p:sp>
      </p:grpSp>
      <p:sp>
        <p:nvSpPr>
          <p:cNvPr name="TextBox 15" id="15"/>
          <p:cNvSpPr txBox="true"/>
          <p:nvPr/>
        </p:nvSpPr>
        <p:spPr>
          <a:xfrm rot="0">
            <a:off x="1268195" y="7395108"/>
            <a:ext cx="3937903" cy="669925"/>
          </a:xfrm>
          <a:prstGeom prst="rect">
            <a:avLst/>
          </a:prstGeom>
        </p:spPr>
        <p:txBody>
          <a:bodyPr anchor="t" rtlCol="false" tIns="0" lIns="0" bIns="0" rIns="0">
            <a:spAutoFit/>
          </a:bodyPr>
          <a:lstStyle/>
          <a:p>
            <a:pPr algn="ctr">
              <a:lnSpc>
                <a:spcPts val="5599"/>
              </a:lnSpc>
            </a:pPr>
            <a:r>
              <a:rPr lang="en-US" sz="2600">
                <a:solidFill>
                  <a:srgbClr val="FFFFFF"/>
                </a:solidFill>
                <a:latin typeface="Calibri"/>
                <a:ea typeface="Nunito"/>
                <a:cs typeface="Nunito"/>
                <a:sym typeface="Nunito"/>
              </a:rPr>
              <a:t>Avery Davis</a:t>
            </a:r>
          </a:p>
        </p:txBody>
      </p:sp>
      <p:grpSp>
        <p:nvGrpSpPr>
          <p:cNvPr name="Group 16" id="16"/>
          <p:cNvGrpSpPr/>
          <p:nvPr/>
        </p:nvGrpSpPr>
        <p:grpSpPr>
          <a:xfrm rot="0">
            <a:off x="5372973" y="2947766"/>
            <a:ext cx="3604151" cy="4309001"/>
            <a:chOff x="0" y="0"/>
            <a:chExt cx="812800" cy="971756"/>
          </a:xfrm>
        </p:grpSpPr>
        <p:sp>
          <p:nvSpPr>
            <p:cNvPr name="Freeform 17" id="17"/>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3"/>
              <a:stretch>
                <a:fillRect l="-39555" t="0" r="-39555" b="0"/>
              </a:stretch>
            </a:blipFill>
          </p:spPr>
        </p:sp>
      </p:grpSp>
      <p:sp>
        <p:nvSpPr>
          <p:cNvPr name="TextBox 18" id="18"/>
          <p:cNvSpPr txBox="true"/>
          <p:nvPr/>
        </p:nvSpPr>
        <p:spPr>
          <a:xfrm rot="0">
            <a:off x="5206097" y="7395108"/>
            <a:ext cx="3937903" cy="669925"/>
          </a:xfrm>
          <a:prstGeom prst="rect">
            <a:avLst/>
          </a:prstGeom>
        </p:spPr>
        <p:txBody>
          <a:bodyPr anchor="t" rtlCol="false" tIns="0" lIns="0" bIns="0" rIns="0">
            <a:spAutoFit/>
          </a:bodyPr>
          <a:lstStyle/>
          <a:p>
            <a:pPr algn="ctr">
              <a:lnSpc>
                <a:spcPts val="5599"/>
              </a:lnSpc>
            </a:pPr>
            <a:r>
              <a:rPr lang="en-US" sz="2600">
                <a:solidFill>
                  <a:srgbClr val="FFFFFF"/>
                </a:solidFill>
                <a:latin typeface="Calibri"/>
                <a:ea typeface="Nunito"/>
                <a:cs typeface="Nunito"/>
                <a:sym typeface="Nunito"/>
              </a:rPr>
              <a:t>Benjamin Shah</a:t>
            </a:r>
          </a:p>
        </p:txBody>
      </p:sp>
      <p:grpSp>
        <p:nvGrpSpPr>
          <p:cNvPr name="Group 19" id="19"/>
          <p:cNvGrpSpPr/>
          <p:nvPr/>
        </p:nvGrpSpPr>
        <p:grpSpPr>
          <a:xfrm rot="0">
            <a:off x="9310876" y="2947766"/>
            <a:ext cx="3604151" cy="4309001"/>
            <a:chOff x="0" y="0"/>
            <a:chExt cx="812800" cy="971756"/>
          </a:xfrm>
        </p:grpSpPr>
        <p:sp>
          <p:nvSpPr>
            <p:cNvPr name="Freeform 20" id="20"/>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4"/>
              <a:stretch>
                <a:fillRect l="0" t="-12771" r="0" b="-12771"/>
              </a:stretch>
            </a:blipFill>
          </p:spPr>
        </p:sp>
      </p:grpSp>
      <p:sp>
        <p:nvSpPr>
          <p:cNvPr name="TextBox 21" id="21"/>
          <p:cNvSpPr txBox="true"/>
          <p:nvPr/>
        </p:nvSpPr>
        <p:spPr>
          <a:xfrm rot="0">
            <a:off x="9144000" y="7395108"/>
            <a:ext cx="3937903" cy="669925"/>
          </a:xfrm>
          <a:prstGeom prst="rect">
            <a:avLst/>
          </a:prstGeom>
        </p:spPr>
        <p:txBody>
          <a:bodyPr anchor="t" rtlCol="false" tIns="0" lIns="0" bIns="0" rIns="0">
            <a:spAutoFit/>
          </a:bodyPr>
          <a:lstStyle/>
          <a:p>
            <a:pPr algn="ctr">
              <a:lnSpc>
                <a:spcPts val="5599"/>
              </a:lnSpc>
            </a:pPr>
            <a:r>
              <a:rPr lang="en-US" sz="2600">
                <a:solidFill>
                  <a:srgbClr val="FFFFFF"/>
                </a:solidFill>
                <a:latin typeface="Calibri"/>
                <a:ea typeface="Nunito"/>
                <a:cs typeface="Nunito"/>
                <a:sym typeface="Nunito"/>
              </a:rPr>
              <a:t>Drew Feig</a:t>
            </a:r>
          </a:p>
        </p:txBody>
      </p:sp>
      <p:grpSp>
        <p:nvGrpSpPr>
          <p:cNvPr name="Group 22" id="22"/>
          <p:cNvGrpSpPr/>
          <p:nvPr/>
        </p:nvGrpSpPr>
        <p:grpSpPr>
          <a:xfrm rot="0">
            <a:off x="13248779" y="2947766"/>
            <a:ext cx="3604151" cy="4309001"/>
            <a:chOff x="0" y="0"/>
            <a:chExt cx="812800" cy="971756"/>
          </a:xfrm>
        </p:grpSpPr>
        <p:sp>
          <p:nvSpPr>
            <p:cNvPr name="Freeform 23" id="23"/>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5"/>
              <a:stretch>
                <a:fillRect l="-43954" t="0" r="-43954" b="0"/>
              </a:stretch>
            </a:blipFill>
          </p:spPr>
        </p:sp>
      </p:grpSp>
      <p:sp>
        <p:nvSpPr>
          <p:cNvPr name="TextBox 24" id="24"/>
          <p:cNvSpPr txBox="true"/>
          <p:nvPr/>
        </p:nvSpPr>
        <p:spPr>
          <a:xfrm rot="0">
            <a:off x="13081903" y="7395108"/>
            <a:ext cx="3937903" cy="669925"/>
          </a:xfrm>
          <a:prstGeom prst="rect">
            <a:avLst/>
          </a:prstGeom>
        </p:spPr>
        <p:txBody>
          <a:bodyPr anchor="t" rtlCol="false" tIns="0" lIns="0" bIns="0" rIns="0">
            <a:spAutoFit/>
          </a:bodyPr>
          <a:lstStyle/>
          <a:p>
            <a:pPr algn="ctr">
              <a:lnSpc>
                <a:spcPts val="5599"/>
              </a:lnSpc>
            </a:pPr>
            <a:r>
              <a:rPr lang="en-US" sz="2600">
                <a:solidFill>
                  <a:srgbClr val="FFFFFF"/>
                </a:solidFill>
                <a:latin typeface="Calibri"/>
                <a:ea typeface="Nunito"/>
                <a:cs typeface="Nunito"/>
                <a:sym typeface="Nunito"/>
              </a:rPr>
              <a:t>Francois Mercer</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E1E1E"/>
        </a:solidFill>
        <a:effectLst/>
      </p:bgPr>
    </p:bg>
    <p:spTree>
      <p:nvGrpSpPr>
        <p:cNvPr id="1" name=""/>
        <p:cNvGrpSpPr/>
        <p:nvPr/>
      </p:nvGrpSpPr>
      <p:grpSpPr>
        <a:xfrm>
          <a:off x="0" y="0"/>
          <a:ext cx="0" cy="0"/>
          <a:chOff x="0" y="0"/>
          <a:chExt cx="0" cy="0"/>
        </a:xfrm>
      </p:grpSpPr>
      <p:grpSp>
        <p:nvGrpSpPr>
          <p:cNvPr name="Group 2" id="2"/>
          <p:cNvGrpSpPr/>
          <p:nvPr/>
        </p:nvGrpSpPr>
        <p:grpSpPr>
          <a:xfrm rot="0">
            <a:off x="4740084" y="-5661115"/>
            <a:ext cx="14522629" cy="145226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384836"/>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p:txBody>
      </p:sp>
      <p:grpSp>
        <p:nvGrpSpPr>
          <p:cNvPr name="Group 9" id="9"/>
          <p:cNvGrpSpPr/>
          <p:nvPr/>
        </p:nvGrpSpPr>
        <p:grpSpPr>
          <a:xfrm rot="0">
            <a:off x="3153796" y="6668639"/>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483078" y="676275"/>
            <a:ext cx="8807832" cy="1495425"/>
          </a:xfrm>
          <a:prstGeom prst="rect">
            <a:avLst/>
          </a:prstGeom>
        </p:spPr>
        <p:txBody>
          <a:bodyPr anchor="t" rtlCol="false" tIns="0" lIns="0" bIns="0" rIns="0">
            <a:spAutoFit/>
          </a:bodyPr>
          <a:lstStyle/>
          <a:p>
            <a:pPr algn="ctr">
              <a:lnSpc>
                <a:spcPts val="10500"/>
              </a:lnSpc>
            </a:pPr>
            <a:r>
              <a:rPr lang="en-US" b="true" sz="2600">
                <a:solidFill>
                  <a:srgbClr val="FFFFFF"/>
                </a:solidFill>
                <a:latin typeface="Calibri"/>
                <a:ea typeface="Nirand Bold"/>
                <a:cs typeface="Nirand Bold"/>
                <a:sym typeface="Nirand Bold"/>
              </a:rPr>
              <a:t>BACKGROUND</a:t>
            </a:r>
          </a:p>
        </p:txBody>
      </p:sp>
      <p:sp>
        <p:nvSpPr>
          <p:cNvPr name="TextBox 13" id="13"/>
          <p:cNvSpPr txBox="true"/>
          <p:nvPr/>
        </p:nvSpPr>
        <p:spPr>
          <a:xfrm rot="0">
            <a:off x="7782310" y="2663539"/>
            <a:ext cx="8209367" cy="3639185"/>
          </a:xfrm>
          <a:prstGeom prst="rect">
            <a:avLst/>
          </a:prstGeom>
        </p:spPr>
        <p:txBody>
          <a:bodyPr anchor="t" rtlCol="false" tIns="0" lIns="0" bIns="0" rIns="0">
            <a:spAutoFit/>
          </a:bodyPr>
          <a:lstStyle/>
          <a:p>
            <a:pPr algn="ctr">
              <a:lnSpc>
                <a:spcPts val="3640"/>
              </a:lnSpc>
            </a:pPr>
            <a:r>
              <a:rPr lang="en-US" sz="2600">
                <a:solidFill>
                  <a:srgbClr val="FFFFFF"/>
                </a:solidFill>
                <a:latin typeface="Calibri"/>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 Sed magna dolor, molestie vel libero id, tempus malesuada tortor. Duis ullamcorper lacus sed est ultricies, at imperdiet orci scelerisque.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E1E1E"/>
        </a:solidFill>
        <a:effectLst/>
      </p:bgPr>
    </p:bg>
    <p:spTree>
      <p:nvGrpSpPr>
        <p:cNvPr id="1" name=""/>
        <p:cNvGrpSpPr/>
        <p:nvPr/>
      </p:nvGrpSpPr>
      <p:grpSpPr>
        <a:xfrm>
          <a:off x="0" y="0"/>
          <a:ext cx="0" cy="0"/>
          <a:chOff x="0" y="0"/>
          <a:chExt cx="0" cy="0"/>
        </a:xfrm>
      </p:grpSpPr>
      <p:grpSp>
        <p:nvGrpSpPr>
          <p:cNvPr name="Group 2" id="2"/>
          <p:cNvGrpSpPr/>
          <p:nvPr/>
        </p:nvGrpSpPr>
        <p:grpSpPr>
          <a:xfrm rot="0">
            <a:off x="12417447"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txBody>
          <a:bodyPr/>
          <a:p/>
        </p:txBody>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517304" y="676275"/>
            <a:ext cx="11253392" cy="1495425"/>
          </a:xfrm>
          <a:prstGeom prst="rect">
            <a:avLst/>
          </a:prstGeom>
        </p:spPr>
        <p:txBody>
          <a:bodyPr anchor="t" rtlCol="false" tIns="0" lIns="0" bIns="0" rIns="0">
            <a:spAutoFit/>
          </a:bodyPr>
          <a:lstStyle/>
          <a:p>
            <a:pPr algn="ctr">
              <a:lnSpc>
                <a:spcPts val="10500"/>
              </a:lnSpc>
            </a:pPr>
            <a:r>
              <a:rPr lang="en-US" b="true" sz="2600">
                <a:solidFill>
                  <a:srgbClr val="FFFFFF"/>
                </a:solidFill>
                <a:latin typeface="Calibri"/>
                <a:ea typeface="Nirand Bold"/>
                <a:cs typeface="Nirand Bold"/>
                <a:sym typeface="Nirand Bold"/>
              </a:rPr>
              <a:t>PROJECT TIMELINE</a:t>
            </a:r>
          </a:p>
        </p:txBody>
      </p:sp>
      <p:grpSp>
        <p:nvGrpSpPr>
          <p:cNvPr name="Group 10" id="10"/>
          <p:cNvGrpSpPr/>
          <p:nvPr/>
        </p:nvGrpSpPr>
        <p:grpSpPr>
          <a:xfrm rot="0">
            <a:off x="1481583" y="2981592"/>
            <a:ext cx="3086100" cy="1034820"/>
            <a:chOff x="0" y="0"/>
            <a:chExt cx="812800" cy="272545"/>
          </a:xfrm>
        </p:grpSpPr>
        <p:sp>
          <p:nvSpPr>
            <p:cNvPr name="Freeform 11" id="1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2" id="1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81468" y="4190856"/>
            <a:ext cx="3486328" cy="3181985"/>
          </a:xfrm>
          <a:prstGeom prst="rect">
            <a:avLst/>
          </a:prstGeom>
        </p:spPr>
        <p:txBody>
          <a:bodyPr anchor="t" rtlCol="false" tIns="0" lIns="0" bIns="0" rIns="0">
            <a:spAutoFit/>
          </a:bodyPr>
          <a:lstStyle/>
          <a:p>
            <a:pPr algn="ctr">
              <a:lnSpc>
                <a:spcPts val="3640"/>
              </a:lnSpc>
            </a:pPr>
            <a:r>
              <a:rPr lang="en-US" sz="2600">
                <a:solidFill>
                  <a:srgbClr val="FFFFFF"/>
                </a:solidFill>
                <a:latin typeface="Calibri"/>
                <a:ea typeface="Nunito"/>
                <a:cs typeface="Nunito"/>
                <a:sym typeface="Nunito"/>
              </a:rPr>
              <a:t>Lorem ipsum dolor sit amet, consectetur adipiscing elit. Praesent rutrum maximus mauris sed sodales. Ut rhoncus lacinia nisi eu tempus. </a:t>
            </a:r>
          </a:p>
        </p:txBody>
      </p:sp>
      <p:sp>
        <p:nvSpPr>
          <p:cNvPr name="TextBox 14" id="14"/>
          <p:cNvSpPr txBox="true"/>
          <p:nvPr/>
        </p:nvSpPr>
        <p:spPr>
          <a:xfrm rot="0">
            <a:off x="1789463" y="3130701"/>
            <a:ext cx="2470340" cy="669925"/>
          </a:xfrm>
          <a:prstGeom prst="rect">
            <a:avLst/>
          </a:prstGeom>
        </p:spPr>
        <p:txBody>
          <a:bodyPr anchor="t" rtlCol="false" tIns="0" lIns="0" bIns="0" rIns="0">
            <a:spAutoFit/>
          </a:bodyPr>
          <a:lstStyle/>
          <a:p>
            <a:pPr algn="ctr">
              <a:lnSpc>
                <a:spcPts val="5599"/>
              </a:lnSpc>
            </a:pPr>
            <a:r>
              <a:rPr lang="en-US" sz="2600" b="true">
                <a:solidFill>
                  <a:srgbClr val="FFFFFF"/>
                </a:solidFill>
                <a:latin typeface="Calibri"/>
                <a:ea typeface="Nunito Bold"/>
                <a:cs typeface="Nunito Bold"/>
                <a:sym typeface="Nunito Bold"/>
              </a:rPr>
              <a:t>Week 1</a:t>
            </a:r>
          </a:p>
        </p:txBody>
      </p:sp>
      <p:grpSp>
        <p:nvGrpSpPr>
          <p:cNvPr name="Group 15" id="15"/>
          <p:cNvGrpSpPr/>
          <p:nvPr/>
        </p:nvGrpSpPr>
        <p:grpSpPr>
          <a:xfrm rot="0">
            <a:off x="5561161" y="2981592"/>
            <a:ext cx="3086100" cy="1034820"/>
            <a:chOff x="0" y="0"/>
            <a:chExt cx="812800" cy="272545"/>
          </a:xfrm>
        </p:grpSpPr>
        <p:sp>
          <p:nvSpPr>
            <p:cNvPr name="Freeform 16" id="1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7" id="1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361047" y="4190856"/>
            <a:ext cx="3486328" cy="3181985"/>
          </a:xfrm>
          <a:prstGeom prst="rect">
            <a:avLst/>
          </a:prstGeom>
        </p:spPr>
        <p:txBody>
          <a:bodyPr anchor="t" rtlCol="false" tIns="0" lIns="0" bIns="0" rIns="0">
            <a:spAutoFit/>
          </a:bodyPr>
          <a:lstStyle/>
          <a:p>
            <a:pPr algn="ctr">
              <a:lnSpc>
                <a:spcPts val="3640"/>
              </a:lnSpc>
            </a:pPr>
            <a:r>
              <a:rPr lang="en-US" sz="2600">
                <a:solidFill>
                  <a:srgbClr val="FFFFFF"/>
                </a:solidFill>
                <a:latin typeface="Calibri"/>
                <a:ea typeface="Nunito"/>
                <a:cs typeface="Nunito"/>
                <a:sym typeface="Nunito"/>
              </a:rPr>
              <a:t>Lorem ipsum dolor sit amet, consectetur adipiscing elit. Praesent rutrum maximus mauris sed sodales. Ut rhoncus lacinia nisi eu tempus. </a:t>
            </a:r>
          </a:p>
        </p:txBody>
      </p:sp>
      <p:sp>
        <p:nvSpPr>
          <p:cNvPr name="TextBox 19" id="19"/>
          <p:cNvSpPr txBox="true"/>
          <p:nvPr/>
        </p:nvSpPr>
        <p:spPr>
          <a:xfrm rot="0">
            <a:off x="5869041" y="3130701"/>
            <a:ext cx="2470340" cy="669925"/>
          </a:xfrm>
          <a:prstGeom prst="rect">
            <a:avLst/>
          </a:prstGeom>
        </p:spPr>
        <p:txBody>
          <a:bodyPr anchor="t" rtlCol="false" tIns="0" lIns="0" bIns="0" rIns="0">
            <a:spAutoFit/>
          </a:bodyPr>
          <a:lstStyle/>
          <a:p>
            <a:pPr algn="ctr">
              <a:lnSpc>
                <a:spcPts val="5599"/>
              </a:lnSpc>
            </a:pPr>
            <a:r>
              <a:rPr lang="en-US" sz="2600" b="true">
                <a:solidFill>
                  <a:srgbClr val="FFFFFF"/>
                </a:solidFill>
                <a:latin typeface="Calibri"/>
                <a:ea typeface="Nunito Bold"/>
                <a:cs typeface="Nunito Bold"/>
                <a:sym typeface="Nunito Bold"/>
              </a:rPr>
              <a:t>Week 2</a:t>
            </a:r>
          </a:p>
        </p:txBody>
      </p:sp>
      <p:grpSp>
        <p:nvGrpSpPr>
          <p:cNvPr name="Group 20" id="20"/>
          <p:cNvGrpSpPr/>
          <p:nvPr/>
        </p:nvGrpSpPr>
        <p:grpSpPr>
          <a:xfrm rot="0">
            <a:off x="9640739" y="2981592"/>
            <a:ext cx="3086100" cy="1034820"/>
            <a:chOff x="0" y="0"/>
            <a:chExt cx="812800" cy="272545"/>
          </a:xfrm>
        </p:grpSpPr>
        <p:sp>
          <p:nvSpPr>
            <p:cNvPr name="Freeform 21" id="2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2" id="2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40625" y="4190856"/>
            <a:ext cx="3486328" cy="3181985"/>
          </a:xfrm>
          <a:prstGeom prst="rect">
            <a:avLst/>
          </a:prstGeom>
        </p:spPr>
        <p:txBody>
          <a:bodyPr anchor="t" rtlCol="false" tIns="0" lIns="0" bIns="0" rIns="0">
            <a:spAutoFit/>
          </a:bodyPr>
          <a:lstStyle/>
          <a:p>
            <a:pPr algn="ctr">
              <a:lnSpc>
                <a:spcPts val="3640"/>
              </a:lnSpc>
            </a:pPr>
            <a:r>
              <a:rPr lang="en-US" sz="2600">
                <a:solidFill>
                  <a:srgbClr val="FFFFFF"/>
                </a:solidFill>
                <a:latin typeface="Calibri"/>
                <a:ea typeface="Nunito"/>
                <a:cs typeface="Nunito"/>
                <a:sym typeface="Nunito"/>
              </a:rPr>
              <a:t>Lorem ipsum dolor sit amet, consectetur adipiscing elit. Praesent rutrum maximus mauris sed sodales. Ut rhoncus lacinia nisi eu tempus. </a:t>
            </a:r>
          </a:p>
        </p:txBody>
      </p:sp>
      <p:sp>
        <p:nvSpPr>
          <p:cNvPr name="TextBox 24" id="24"/>
          <p:cNvSpPr txBox="true"/>
          <p:nvPr/>
        </p:nvSpPr>
        <p:spPr>
          <a:xfrm rot="0">
            <a:off x="9950131" y="3130701"/>
            <a:ext cx="2467316" cy="669925"/>
          </a:xfrm>
          <a:prstGeom prst="rect">
            <a:avLst/>
          </a:prstGeom>
        </p:spPr>
        <p:txBody>
          <a:bodyPr anchor="t" rtlCol="false" tIns="0" lIns="0" bIns="0" rIns="0">
            <a:spAutoFit/>
          </a:bodyPr>
          <a:lstStyle/>
          <a:p>
            <a:pPr algn="ctr">
              <a:lnSpc>
                <a:spcPts val="5599"/>
              </a:lnSpc>
            </a:pPr>
            <a:r>
              <a:rPr lang="en-US" sz="2600" b="true">
                <a:solidFill>
                  <a:srgbClr val="FFFFFF"/>
                </a:solidFill>
                <a:latin typeface="Calibri"/>
                <a:ea typeface="Nunito Bold"/>
                <a:cs typeface="Nunito Bold"/>
                <a:sym typeface="Nunito Bold"/>
              </a:rPr>
              <a:t>Week 3</a:t>
            </a:r>
          </a:p>
        </p:txBody>
      </p:sp>
      <p:grpSp>
        <p:nvGrpSpPr>
          <p:cNvPr name="Group 25" id="25"/>
          <p:cNvGrpSpPr/>
          <p:nvPr/>
        </p:nvGrpSpPr>
        <p:grpSpPr>
          <a:xfrm rot="0">
            <a:off x="13720317" y="2981592"/>
            <a:ext cx="3086100" cy="1034820"/>
            <a:chOff x="0" y="0"/>
            <a:chExt cx="812800" cy="272545"/>
          </a:xfrm>
        </p:grpSpPr>
        <p:sp>
          <p:nvSpPr>
            <p:cNvPr name="Freeform 26" id="2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7" id="2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520203" y="4190856"/>
            <a:ext cx="3486328" cy="3181985"/>
          </a:xfrm>
          <a:prstGeom prst="rect">
            <a:avLst/>
          </a:prstGeom>
        </p:spPr>
        <p:txBody>
          <a:bodyPr anchor="t" rtlCol="false" tIns="0" lIns="0" bIns="0" rIns="0">
            <a:spAutoFit/>
          </a:bodyPr>
          <a:lstStyle/>
          <a:p>
            <a:pPr algn="ctr">
              <a:lnSpc>
                <a:spcPts val="3640"/>
              </a:lnSpc>
            </a:pPr>
            <a:r>
              <a:rPr lang="en-US" sz="2600">
                <a:solidFill>
                  <a:srgbClr val="FFFFFF"/>
                </a:solidFill>
                <a:latin typeface="Calibri"/>
                <a:ea typeface="Nunito"/>
                <a:cs typeface="Nunito"/>
                <a:sym typeface="Nunito"/>
              </a:rPr>
              <a:t>Lorem ipsum dolor sit amet, consectetur adipiscing elit. Praesent rutrum maximus mauris sed sodales. Ut rhoncus lacinia nisi eu tempus. </a:t>
            </a:r>
          </a:p>
        </p:txBody>
      </p:sp>
      <p:sp>
        <p:nvSpPr>
          <p:cNvPr name="TextBox 29" id="29"/>
          <p:cNvSpPr txBox="true"/>
          <p:nvPr/>
        </p:nvSpPr>
        <p:spPr>
          <a:xfrm rot="0">
            <a:off x="14094950" y="3130701"/>
            <a:ext cx="2336835" cy="669925"/>
          </a:xfrm>
          <a:prstGeom prst="rect">
            <a:avLst/>
          </a:prstGeom>
        </p:spPr>
        <p:txBody>
          <a:bodyPr anchor="t" rtlCol="false" tIns="0" lIns="0" bIns="0" rIns="0">
            <a:spAutoFit/>
          </a:bodyPr>
          <a:lstStyle/>
          <a:p>
            <a:pPr algn="ctr">
              <a:lnSpc>
                <a:spcPts val="5599"/>
              </a:lnSpc>
            </a:pPr>
            <a:r>
              <a:rPr lang="en-US" sz="2600" b="true">
                <a:solidFill>
                  <a:srgbClr val="FFFFFF"/>
                </a:solidFill>
                <a:latin typeface="Calibri"/>
                <a:ea typeface="Nunito Bold"/>
                <a:cs typeface="Nunito Bold"/>
                <a:sym typeface="Nunito Bold"/>
              </a:rPr>
              <a:t>Week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DAG8gbrkDIk</dc:identifier>
  <dcterms:modified xsi:type="dcterms:W3CDTF">2011-08-01T06:04:30Z</dcterms:modified>
  <cp:revision>1</cp:revision>
  <dc:title>White Blue Minimalist Geometric Group Project Presentation</dc:title>
</cp:coreProperties>
</file>