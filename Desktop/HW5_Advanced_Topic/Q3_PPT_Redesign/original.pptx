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Nirand Bold" charset="1" panose="00000000000000000000"/>
      <p:regular r:id="rId10"/>
    </p:embeddedFont>
    <p:embeddedFont>
      <p:font typeface="Nunito" charset="1" panose="00000000000000000000"/>
      <p:regular r:id="rId11"/>
    </p:embeddedFont>
    <p:embeddedFont>
      <p:font typeface="Nunito Bold" charset="1" panose="0000000000000000000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C0D1DF"/>
        </a:solidFill>
      </p:bgPr>
    </p:bg>
    <p:spTree>
      <p:nvGrpSpPr>
        <p:cNvPr id="1" name=""/>
        <p:cNvGrpSpPr/>
        <p:nvPr/>
      </p:nvGrpSpPr>
      <p:grpSpPr>
        <a:xfrm>
          <a:off x="0" y="0"/>
          <a:ext cx="0" cy="0"/>
          <a:chOff x="0" y="0"/>
          <a:chExt cx="0" cy="0"/>
        </a:xfrm>
      </p:grpSpPr>
      <p:grpSp>
        <p:nvGrpSpPr>
          <p:cNvPr name="Group 2" id="2"/>
          <p:cNvGrpSpPr/>
          <p:nvPr/>
        </p:nvGrpSpPr>
        <p:grpSpPr>
          <a:xfrm rot="0">
            <a:off x="-2492504" y="-2406016"/>
            <a:ext cx="16040420" cy="1604042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629410" y="2202766"/>
            <a:ext cx="11124645" cy="2492374"/>
          </a:xfrm>
          <a:prstGeom prst="rect">
            <a:avLst/>
          </a:prstGeom>
        </p:spPr>
        <p:txBody>
          <a:bodyPr anchor="t" rtlCol="false" tIns="0" lIns="0" bIns="0" rIns="0">
            <a:spAutoFit/>
          </a:bodyPr>
          <a:lstStyle/>
          <a:p>
            <a:pPr algn="l">
              <a:lnSpc>
                <a:spcPts val="17500"/>
              </a:lnSpc>
            </a:pPr>
            <a:r>
              <a:rPr lang="en-US" sz="12500" b="true">
                <a:solidFill>
                  <a:srgbClr val="627484"/>
                </a:solidFill>
                <a:latin typeface="Nirand Bold"/>
                <a:ea typeface="Nirand Bold"/>
                <a:cs typeface="Nirand Bold"/>
                <a:sym typeface="Nirand Bold"/>
              </a:rPr>
              <a:t>Group Project</a:t>
            </a:r>
          </a:p>
        </p:txBody>
      </p:sp>
      <p:sp>
        <p:nvSpPr>
          <p:cNvPr name="TextBox 6" id="6"/>
          <p:cNvSpPr txBox="true"/>
          <p:nvPr/>
        </p:nvSpPr>
        <p:spPr>
          <a:xfrm rot="0">
            <a:off x="1629410" y="4727099"/>
            <a:ext cx="5398699" cy="887095"/>
          </a:xfrm>
          <a:prstGeom prst="rect">
            <a:avLst/>
          </a:prstGeom>
        </p:spPr>
        <p:txBody>
          <a:bodyPr anchor="t" rtlCol="false" tIns="0" lIns="0" bIns="0" rIns="0">
            <a:spAutoFit/>
          </a:bodyPr>
          <a:lstStyle/>
          <a:p>
            <a:pPr algn="l">
              <a:lnSpc>
                <a:spcPts val="7279"/>
              </a:lnSpc>
            </a:pPr>
            <a:r>
              <a:rPr lang="en-US" sz="5199">
                <a:solidFill>
                  <a:srgbClr val="2E3A44"/>
                </a:solidFill>
                <a:latin typeface="Nunito"/>
                <a:ea typeface="Nunito"/>
                <a:cs typeface="Nunito"/>
                <a:sym typeface="Nunito"/>
              </a:rPr>
              <a:t>By Larana Group</a:t>
            </a:r>
          </a:p>
        </p:txBody>
      </p:sp>
      <p:grpSp>
        <p:nvGrpSpPr>
          <p:cNvPr name="Group 7" id="7"/>
          <p:cNvGrpSpPr/>
          <p:nvPr/>
        </p:nvGrpSpPr>
        <p:grpSpPr>
          <a:xfrm rot="0">
            <a:off x="14359304" y="488689"/>
            <a:ext cx="2513081" cy="25130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1700579" y="1028700"/>
            <a:ext cx="7733905" cy="0"/>
          </a:xfrm>
          <a:prstGeom prst="line">
            <a:avLst/>
          </a:prstGeom>
          <a:ln cap="flat" w="38100">
            <a:solidFill>
              <a:srgbClr val="2E3A44"/>
            </a:solidFill>
            <a:prstDash val="solid"/>
            <a:headEnd type="none" len="sm" w="sm"/>
            <a:tailEnd type="oval" len="lg" w="lg"/>
          </a:ln>
        </p:spPr>
      </p:sp>
      <p:sp>
        <p:nvSpPr>
          <p:cNvPr name="AutoShape 11" id="11"/>
          <p:cNvSpPr/>
          <p:nvPr/>
        </p:nvSpPr>
        <p:spPr>
          <a:xfrm>
            <a:off x="11230885" y="9258300"/>
            <a:ext cx="7770392" cy="0"/>
          </a:xfrm>
          <a:prstGeom prst="line">
            <a:avLst/>
          </a:prstGeom>
          <a:ln cap="flat" w="38100">
            <a:solidFill>
              <a:srgbClr val="2E3A44"/>
            </a:solidFill>
            <a:prstDash val="solid"/>
            <a:headEnd type="oval" len="lg" w="lg"/>
            <a:tailEnd type="none" len="sm" w="sm"/>
          </a:ln>
        </p:spPr>
      </p:sp>
      <p:grpSp>
        <p:nvGrpSpPr>
          <p:cNvPr name="Group 12" id="12"/>
          <p:cNvGrpSpPr/>
          <p:nvPr/>
        </p:nvGrpSpPr>
        <p:grpSpPr>
          <a:xfrm rot="0">
            <a:off x="1629410" y="7236435"/>
            <a:ext cx="1586288" cy="15862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92504" y="1970436"/>
            <a:ext cx="11663968" cy="1166396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245194" y="-1345629"/>
            <a:ext cx="3517329" cy="3517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13276242" y="-767852"/>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4740084" y="676275"/>
            <a:ext cx="8807832"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MEET OUR TEAM</a:t>
            </a:r>
          </a:p>
        </p:txBody>
      </p:sp>
      <p:grpSp>
        <p:nvGrpSpPr>
          <p:cNvPr name="Group 13" id="13"/>
          <p:cNvGrpSpPr/>
          <p:nvPr/>
        </p:nvGrpSpPr>
        <p:grpSpPr>
          <a:xfrm rot="0">
            <a:off x="1435071" y="2947766"/>
            <a:ext cx="3604151" cy="4309001"/>
            <a:chOff x="0" y="0"/>
            <a:chExt cx="812800" cy="971756"/>
          </a:xfrm>
        </p:grpSpPr>
        <p:sp>
          <p:nvSpPr>
            <p:cNvPr name="Freeform 14" id="14"/>
            <p:cNvSpPr/>
            <p:nvPr/>
          </p:nvSpPr>
          <p:spPr>
            <a:xfrm flipH="false" flipV="false" rot="0">
              <a:off x="0" y="0"/>
              <a:ext cx="812800" cy="971756"/>
            </a:xfrm>
            <a:custGeom>
              <a:avLst/>
              <a:gdLst/>
              <a:ahLst/>
              <a:cxnLst/>
              <a:rect r="r" b="b" t="t" l="l"/>
              <a:pathLst>
                <a:path h="971756" w="812800">
                  <a:moveTo>
                    <a:pt x="49405" y="0"/>
                  </a:moveTo>
                  <a:lnTo>
                    <a:pt x="763395" y="0"/>
                  </a:lnTo>
                  <a:cubicBezTo>
                    <a:pt x="790681" y="0"/>
                    <a:pt x="812800" y="22120"/>
                    <a:pt x="812800" y="49405"/>
                  </a:cubicBezTo>
                  <a:lnTo>
                    <a:pt x="812800" y="922351"/>
                  </a:lnTo>
                  <a:cubicBezTo>
                    <a:pt x="812800" y="949637"/>
                    <a:pt x="790681" y="971756"/>
                    <a:pt x="763395" y="971756"/>
                  </a:cubicBezTo>
                  <a:lnTo>
                    <a:pt x="49405" y="971756"/>
                  </a:lnTo>
                  <a:cubicBezTo>
                    <a:pt x="22120" y="971756"/>
                    <a:pt x="0" y="949637"/>
                    <a:pt x="0" y="922351"/>
                  </a:cubicBezTo>
                  <a:lnTo>
                    <a:pt x="0" y="49405"/>
                  </a:lnTo>
                  <a:cubicBezTo>
                    <a:pt x="0" y="22120"/>
                    <a:pt x="22120" y="0"/>
                    <a:pt x="49405" y="0"/>
                  </a:cubicBezTo>
                  <a:close/>
                </a:path>
              </a:pathLst>
            </a:custGeom>
            <a:blipFill>
              <a:blip r:embed="rId2"/>
              <a:stretch>
                <a:fillRect l="-39555" t="0" r="-39555" b="0"/>
              </a:stretch>
            </a:blipFill>
          </p:spPr>
        </p:sp>
      </p:grpSp>
      <p:sp>
        <p:nvSpPr>
          <p:cNvPr name="TextBox 15" id="15"/>
          <p:cNvSpPr txBox="true"/>
          <p:nvPr/>
        </p:nvSpPr>
        <p:spPr>
          <a:xfrm rot="0">
            <a:off x="1268195" y="7395108"/>
            <a:ext cx="3937903" cy="669925"/>
          </a:xfrm>
          <a:prstGeom prst="rect">
            <a:avLst/>
          </a:prstGeom>
        </p:spPr>
        <p:txBody>
          <a:bodyPr anchor="t" rtlCol="false" tIns="0" lIns="0" bIns="0" rIns="0">
            <a:spAutoFit/>
          </a:bodyPr>
          <a:lstStyle/>
          <a:p>
            <a:pPr algn="ctr">
              <a:lnSpc>
                <a:spcPts val="5599"/>
              </a:lnSpc>
            </a:pPr>
            <a:r>
              <a:rPr lang="en-US" sz="3999">
                <a:solidFill>
                  <a:srgbClr val="2E3A44"/>
                </a:solidFill>
                <a:latin typeface="Nunito"/>
                <a:ea typeface="Nunito"/>
                <a:cs typeface="Nunito"/>
                <a:sym typeface="Nunito"/>
              </a:rPr>
              <a:t>Avery Davis</a:t>
            </a:r>
          </a:p>
        </p:txBody>
      </p:sp>
      <p:grpSp>
        <p:nvGrpSpPr>
          <p:cNvPr name="Group 16" id="16"/>
          <p:cNvGrpSpPr/>
          <p:nvPr/>
        </p:nvGrpSpPr>
        <p:grpSpPr>
          <a:xfrm rot="0">
            <a:off x="5372973" y="2947766"/>
            <a:ext cx="3604151" cy="4309001"/>
            <a:chOff x="0" y="0"/>
            <a:chExt cx="812800" cy="971756"/>
          </a:xfrm>
        </p:grpSpPr>
        <p:sp>
          <p:nvSpPr>
            <p:cNvPr name="Freeform 17" id="17"/>
            <p:cNvSpPr/>
            <p:nvPr/>
          </p:nvSpPr>
          <p:spPr>
            <a:xfrm flipH="false" flipV="false" rot="0">
              <a:off x="0" y="0"/>
              <a:ext cx="812800" cy="971756"/>
            </a:xfrm>
            <a:custGeom>
              <a:avLst/>
              <a:gdLst/>
              <a:ahLst/>
              <a:cxnLst/>
              <a:rect r="r" b="b" t="t" l="l"/>
              <a:pathLst>
                <a:path h="971756" w="812800">
                  <a:moveTo>
                    <a:pt x="49405" y="0"/>
                  </a:moveTo>
                  <a:lnTo>
                    <a:pt x="763395" y="0"/>
                  </a:lnTo>
                  <a:cubicBezTo>
                    <a:pt x="790681" y="0"/>
                    <a:pt x="812800" y="22120"/>
                    <a:pt x="812800" y="49405"/>
                  </a:cubicBezTo>
                  <a:lnTo>
                    <a:pt x="812800" y="922351"/>
                  </a:lnTo>
                  <a:cubicBezTo>
                    <a:pt x="812800" y="949637"/>
                    <a:pt x="790681" y="971756"/>
                    <a:pt x="763395" y="971756"/>
                  </a:cubicBezTo>
                  <a:lnTo>
                    <a:pt x="49405" y="971756"/>
                  </a:lnTo>
                  <a:cubicBezTo>
                    <a:pt x="22120" y="971756"/>
                    <a:pt x="0" y="949637"/>
                    <a:pt x="0" y="922351"/>
                  </a:cubicBezTo>
                  <a:lnTo>
                    <a:pt x="0" y="49405"/>
                  </a:lnTo>
                  <a:cubicBezTo>
                    <a:pt x="0" y="22120"/>
                    <a:pt x="22120" y="0"/>
                    <a:pt x="49405" y="0"/>
                  </a:cubicBezTo>
                  <a:close/>
                </a:path>
              </a:pathLst>
            </a:custGeom>
            <a:blipFill>
              <a:blip r:embed="rId3"/>
              <a:stretch>
                <a:fillRect l="-39555" t="0" r="-39555" b="0"/>
              </a:stretch>
            </a:blipFill>
          </p:spPr>
        </p:sp>
      </p:grpSp>
      <p:sp>
        <p:nvSpPr>
          <p:cNvPr name="TextBox 18" id="18"/>
          <p:cNvSpPr txBox="true"/>
          <p:nvPr/>
        </p:nvSpPr>
        <p:spPr>
          <a:xfrm rot="0">
            <a:off x="5206097" y="7395108"/>
            <a:ext cx="3937903" cy="669925"/>
          </a:xfrm>
          <a:prstGeom prst="rect">
            <a:avLst/>
          </a:prstGeom>
        </p:spPr>
        <p:txBody>
          <a:bodyPr anchor="t" rtlCol="false" tIns="0" lIns="0" bIns="0" rIns="0">
            <a:spAutoFit/>
          </a:bodyPr>
          <a:lstStyle/>
          <a:p>
            <a:pPr algn="ctr">
              <a:lnSpc>
                <a:spcPts val="5599"/>
              </a:lnSpc>
            </a:pPr>
            <a:r>
              <a:rPr lang="en-US" sz="3999">
                <a:solidFill>
                  <a:srgbClr val="2E3A44"/>
                </a:solidFill>
                <a:latin typeface="Nunito"/>
                <a:ea typeface="Nunito"/>
                <a:cs typeface="Nunito"/>
                <a:sym typeface="Nunito"/>
              </a:rPr>
              <a:t>Benjamin Shah</a:t>
            </a:r>
          </a:p>
        </p:txBody>
      </p:sp>
      <p:grpSp>
        <p:nvGrpSpPr>
          <p:cNvPr name="Group 19" id="19"/>
          <p:cNvGrpSpPr/>
          <p:nvPr/>
        </p:nvGrpSpPr>
        <p:grpSpPr>
          <a:xfrm rot="0">
            <a:off x="9310876" y="2947766"/>
            <a:ext cx="3604151" cy="4309001"/>
            <a:chOff x="0" y="0"/>
            <a:chExt cx="812800" cy="971756"/>
          </a:xfrm>
        </p:grpSpPr>
        <p:sp>
          <p:nvSpPr>
            <p:cNvPr name="Freeform 20" id="20"/>
            <p:cNvSpPr/>
            <p:nvPr/>
          </p:nvSpPr>
          <p:spPr>
            <a:xfrm flipH="false" flipV="false" rot="0">
              <a:off x="0" y="0"/>
              <a:ext cx="812800" cy="971756"/>
            </a:xfrm>
            <a:custGeom>
              <a:avLst/>
              <a:gdLst/>
              <a:ahLst/>
              <a:cxnLst/>
              <a:rect r="r" b="b" t="t" l="l"/>
              <a:pathLst>
                <a:path h="971756" w="812800">
                  <a:moveTo>
                    <a:pt x="49405" y="0"/>
                  </a:moveTo>
                  <a:lnTo>
                    <a:pt x="763395" y="0"/>
                  </a:lnTo>
                  <a:cubicBezTo>
                    <a:pt x="790681" y="0"/>
                    <a:pt x="812800" y="22120"/>
                    <a:pt x="812800" y="49405"/>
                  </a:cubicBezTo>
                  <a:lnTo>
                    <a:pt x="812800" y="922351"/>
                  </a:lnTo>
                  <a:cubicBezTo>
                    <a:pt x="812800" y="949637"/>
                    <a:pt x="790681" y="971756"/>
                    <a:pt x="763395" y="971756"/>
                  </a:cubicBezTo>
                  <a:lnTo>
                    <a:pt x="49405" y="971756"/>
                  </a:lnTo>
                  <a:cubicBezTo>
                    <a:pt x="22120" y="971756"/>
                    <a:pt x="0" y="949637"/>
                    <a:pt x="0" y="922351"/>
                  </a:cubicBezTo>
                  <a:lnTo>
                    <a:pt x="0" y="49405"/>
                  </a:lnTo>
                  <a:cubicBezTo>
                    <a:pt x="0" y="22120"/>
                    <a:pt x="22120" y="0"/>
                    <a:pt x="49405" y="0"/>
                  </a:cubicBezTo>
                  <a:close/>
                </a:path>
              </a:pathLst>
            </a:custGeom>
            <a:blipFill>
              <a:blip r:embed="rId4"/>
              <a:stretch>
                <a:fillRect l="0" t="-12771" r="0" b="-12771"/>
              </a:stretch>
            </a:blipFill>
          </p:spPr>
        </p:sp>
      </p:grpSp>
      <p:sp>
        <p:nvSpPr>
          <p:cNvPr name="TextBox 21" id="21"/>
          <p:cNvSpPr txBox="true"/>
          <p:nvPr/>
        </p:nvSpPr>
        <p:spPr>
          <a:xfrm rot="0">
            <a:off x="9144000" y="7395108"/>
            <a:ext cx="3937903" cy="669925"/>
          </a:xfrm>
          <a:prstGeom prst="rect">
            <a:avLst/>
          </a:prstGeom>
        </p:spPr>
        <p:txBody>
          <a:bodyPr anchor="t" rtlCol="false" tIns="0" lIns="0" bIns="0" rIns="0">
            <a:spAutoFit/>
          </a:bodyPr>
          <a:lstStyle/>
          <a:p>
            <a:pPr algn="ctr">
              <a:lnSpc>
                <a:spcPts val="5599"/>
              </a:lnSpc>
            </a:pPr>
            <a:r>
              <a:rPr lang="en-US" sz="3999">
                <a:solidFill>
                  <a:srgbClr val="2E3A44"/>
                </a:solidFill>
                <a:latin typeface="Nunito"/>
                <a:ea typeface="Nunito"/>
                <a:cs typeface="Nunito"/>
                <a:sym typeface="Nunito"/>
              </a:rPr>
              <a:t>Drew Feig</a:t>
            </a:r>
          </a:p>
        </p:txBody>
      </p:sp>
      <p:grpSp>
        <p:nvGrpSpPr>
          <p:cNvPr name="Group 22" id="22"/>
          <p:cNvGrpSpPr/>
          <p:nvPr/>
        </p:nvGrpSpPr>
        <p:grpSpPr>
          <a:xfrm rot="0">
            <a:off x="13248779" y="2947766"/>
            <a:ext cx="3604151" cy="4309001"/>
            <a:chOff x="0" y="0"/>
            <a:chExt cx="812800" cy="971756"/>
          </a:xfrm>
        </p:grpSpPr>
        <p:sp>
          <p:nvSpPr>
            <p:cNvPr name="Freeform 23" id="23"/>
            <p:cNvSpPr/>
            <p:nvPr/>
          </p:nvSpPr>
          <p:spPr>
            <a:xfrm flipH="false" flipV="false" rot="0">
              <a:off x="0" y="0"/>
              <a:ext cx="812800" cy="971756"/>
            </a:xfrm>
            <a:custGeom>
              <a:avLst/>
              <a:gdLst/>
              <a:ahLst/>
              <a:cxnLst/>
              <a:rect r="r" b="b" t="t" l="l"/>
              <a:pathLst>
                <a:path h="971756" w="812800">
                  <a:moveTo>
                    <a:pt x="49405" y="0"/>
                  </a:moveTo>
                  <a:lnTo>
                    <a:pt x="763395" y="0"/>
                  </a:lnTo>
                  <a:cubicBezTo>
                    <a:pt x="790681" y="0"/>
                    <a:pt x="812800" y="22120"/>
                    <a:pt x="812800" y="49405"/>
                  </a:cubicBezTo>
                  <a:lnTo>
                    <a:pt x="812800" y="922351"/>
                  </a:lnTo>
                  <a:cubicBezTo>
                    <a:pt x="812800" y="949637"/>
                    <a:pt x="790681" y="971756"/>
                    <a:pt x="763395" y="971756"/>
                  </a:cubicBezTo>
                  <a:lnTo>
                    <a:pt x="49405" y="971756"/>
                  </a:lnTo>
                  <a:cubicBezTo>
                    <a:pt x="22120" y="971756"/>
                    <a:pt x="0" y="949637"/>
                    <a:pt x="0" y="922351"/>
                  </a:cubicBezTo>
                  <a:lnTo>
                    <a:pt x="0" y="49405"/>
                  </a:lnTo>
                  <a:cubicBezTo>
                    <a:pt x="0" y="22120"/>
                    <a:pt x="22120" y="0"/>
                    <a:pt x="49405" y="0"/>
                  </a:cubicBezTo>
                  <a:close/>
                </a:path>
              </a:pathLst>
            </a:custGeom>
            <a:blipFill>
              <a:blip r:embed="rId5"/>
              <a:stretch>
                <a:fillRect l="-43954" t="0" r="-43954" b="0"/>
              </a:stretch>
            </a:blipFill>
          </p:spPr>
        </p:sp>
      </p:grpSp>
      <p:sp>
        <p:nvSpPr>
          <p:cNvPr name="TextBox 24" id="24"/>
          <p:cNvSpPr txBox="true"/>
          <p:nvPr/>
        </p:nvSpPr>
        <p:spPr>
          <a:xfrm rot="0">
            <a:off x="13081903" y="7395108"/>
            <a:ext cx="3937903" cy="669925"/>
          </a:xfrm>
          <a:prstGeom prst="rect">
            <a:avLst/>
          </a:prstGeom>
        </p:spPr>
        <p:txBody>
          <a:bodyPr anchor="t" rtlCol="false" tIns="0" lIns="0" bIns="0" rIns="0">
            <a:spAutoFit/>
          </a:bodyPr>
          <a:lstStyle/>
          <a:p>
            <a:pPr algn="ctr">
              <a:lnSpc>
                <a:spcPts val="5599"/>
              </a:lnSpc>
            </a:pPr>
            <a:r>
              <a:rPr lang="en-US" sz="3999">
                <a:solidFill>
                  <a:srgbClr val="2E3A44"/>
                </a:solidFill>
                <a:latin typeface="Nunito"/>
                <a:ea typeface="Nunito"/>
                <a:cs typeface="Nunito"/>
                <a:sym typeface="Nunito"/>
              </a:rPr>
              <a:t>Francois Mercer</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740084" y="-5661115"/>
            <a:ext cx="14522629" cy="1452262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3384836"/>
            <a:ext cx="3517329" cy="351732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9" id="9"/>
          <p:cNvGrpSpPr/>
          <p:nvPr/>
        </p:nvGrpSpPr>
        <p:grpSpPr>
          <a:xfrm rot="0">
            <a:off x="3153796" y="6668639"/>
            <a:ext cx="1586288" cy="158628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7483078" y="676275"/>
            <a:ext cx="8807832"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BACKGROUND</a:t>
            </a:r>
          </a:p>
        </p:txBody>
      </p:sp>
      <p:sp>
        <p:nvSpPr>
          <p:cNvPr name="TextBox 13" id="13"/>
          <p:cNvSpPr txBox="true"/>
          <p:nvPr/>
        </p:nvSpPr>
        <p:spPr>
          <a:xfrm rot="0">
            <a:off x="7782310" y="2663539"/>
            <a:ext cx="8209367" cy="36391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Lorem ipsum dolor sit amet, consectetur adipiscing elit. Praesent rutrum maximus mauris sed sodales. Ut rhoncus lacinia nisi eu tempus. Proin justo eros, mollis laoreet massa non, tincidunt pharetra leo. Cras facilisis leo non nibh congue volutpat. Fusce vitae sagittis dolor. Sed magna dolor, molestie vel libero id, tempus malesuada tortor. Duis ullamcorper lacus sed est ultricies, at imperdiet orci scelerisque.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417447" y="7372841"/>
            <a:ext cx="8028675" cy="802867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028700" y="9258300"/>
            <a:ext cx="16185445" cy="0"/>
          </a:xfrm>
          <a:prstGeom prst="line">
            <a:avLst/>
          </a:prstGeom>
          <a:ln cap="flat" w="38100">
            <a:solidFill>
              <a:srgbClr val="2E3A44"/>
            </a:solidFill>
            <a:prstDash val="solid"/>
            <a:headEnd type="oval" len="lg" w="lg"/>
            <a:tailEnd type="oval" len="lg" w="lg"/>
          </a:ln>
        </p:spPr>
      </p:sp>
      <p:grpSp>
        <p:nvGrpSpPr>
          <p:cNvPr name="Group 6" id="6"/>
          <p:cNvGrpSpPr/>
          <p:nvPr/>
        </p:nvGrpSpPr>
        <p:grpSpPr>
          <a:xfrm rot="0">
            <a:off x="322038" y="-1115182"/>
            <a:ext cx="2230365" cy="223036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3517304" y="676275"/>
            <a:ext cx="11253392" cy="1495425"/>
          </a:xfrm>
          <a:prstGeom prst="rect">
            <a:avLst/>
          </a:prstGeom>
        </p:spPr>
        <p:txBody>
          <a:bodyPr anchor="t" rtlCol="false" tIns="0" lIns="0" bIns="0" rIns="0">
            <a:spAutoFit/>
          </a:bodyPr>
          <a:lstStyle/>
          <a:p>
            <a:pPr algn="ctr">
              <a:lnSpc>
                <a:spcPts val="10500"/>
              </a:lnSpc>
            </a:pPr>
            <a:r>
              <a:rPr lang="en-US" b="true" sz="7500">
                <a:solidFill>
                  <a:srgbClr val="2E3A44"/>
                </a:solidFill>
                <a:latin typeface="Nirand Bold"/>
                <a:ea typeface="Nirand Bold"/>
                <a:cs typeface="Nirand Bold"/>
                <a:sym typeface="Nirand Bold"/>
              </a:rPr>
              <a:t>PROJECT TIMELINE</a:t>
            </a:r>
          </a:p>
        </p:txBody>
      </p:sp>
      <p:grpSp>
        <p:nvGrpSpPr>
          <p:cNvPr name="Group 10" id="10"/>
          <p:cNvGrpSpPr/>
          <p:nvPr/>
        </p:nvGrpSpPr>
        <p:grpSpPr>
          <a:xfrm rot="0">
            <a:off x="1481583" y="2981592"/>
            <a:ext cx="3086100" cy="1034820"/>
            <a:chOff x="0" y="0"/>
            <a:chExt cx="812800" cy="272545"/>
          </a:xfrm>
        </p:grpSpPr>
        <p:sp>
          <p:nvSpPr>
            <p:cNvPr name="Freeform 11" id="11"/>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12" id="12"/>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281468" y="4190856"/>
            <a:ext cx="3486328" cy="31819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Lorem ipsum dolor sit amet, consectetur adipiscing elit. Praesent rutrum maximus mauris sed sodales. Ut rhoncus lacinia nisi eu tempus. </a:t>
            </a:r>
          </a:p>
        </p:txBody>
      </p:sp>
      <p:sp>
        <p:nvSpPr>
          <p:cNvPr name="TextBox 14" id="14"/>
          <p:cNvSpPr txBox="true"/>
          <p:nvPr/>
        </p:nvSpPr>
        <p:spPr>
          <a:xfrm rot="0">
            <a:off x="1789463" y="3130701"/>
            <a:ext cx="2470340"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Week 1</a:t>
            </a:r>
          </a:p>
        </p:txBody>
      </p:sp>
      <p:grpSp>
        <p:nvGrpSpPr>
          <p:cNvPr name="Group 15" id="15"/>
          <p:cNvGrpSpPr/>
          <p:nvPr/>
        </p:nvGrpSpPr>
        <p:grpSpPr>
          <a:xfrm rot="0">
            <a:off x="5561161" y="2981592"/>
            <a:ext cx="3086100" cy="1034820"/>
            <a:chOff x="0" y="0"/>
            <a:chExt cx="812800" cy="272545"/>
          </a:xfrm>
        </p:grpSpPr>
        <p:sp>
          <p:nvSpPr>
            <p:cNvPr name="Freeform 16" id="16"/>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17" id="17"/>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5361047" y="4190856"/>
            <a:ext cx="3486328" cy="31819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Lorem ipsum dolor sit amet, consectetur adipiscing elit. Praesent rutrum maximus mauris sed sodales. Ut rhoncus lacinia nisi eu tempus. </a:t>
            </a:r>
          </a:p>
        </p:txBody>
      </p:sp>
      <p:sp>
        <p:nvSpPr>
          <p:cNvPr name="TextBox 19" id="19"/>
          <p:cNvSpPr txBox="true"/>
          <p:nvPr/>
        </p:nvSpPr>
        <p:spPr>
          <a:xfrm rot="0">
            <a:off x="5869041" y="3130701"/>
            <a:ext cx="2470340"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Week 2</a:t>
            </a:r>
          </a:p>
        </p:txBody>
      </p:sp>
      <p:grpSp>
        <p:nvGrpSpPr>
          <p:cNvPr name="Group 20" id="20"/>
          <p:cNvGrpSpPr/>
          <p:nvPr/>
        </p:nvGrpSpPr>
        <p:grpSpPr>
          <a:xfrm rot="0">
            <a:off x="9640739" y="2981592"/>
            <a:ext cx="3086100" cy="1034820"/>
            <a:chOff x="0" y="0"/>
            <a:chExt cx="812800" cy="272545"/>
          </a:xfrm>
        </p:grpSpPr>
        <p:sp>
          <p:nvSpPr>
            <p:cNvPr name="Freeform 21" id="21"/>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22" id="22"/>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9440625" y="4190856"/>
            <a:ext cx="3486328" cy="31819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Lorem ipsum dolor sit amet, consectetur adipiscing elit. Praesent rutrum maximus mauris sed sodales. Ut rhoncus lacinia nisi eu tempus. </a:t>
            </a:r>
          </a:p>
        </p:txBody>
      </p:sp>
      <p:sp>
        <p:nvSpPr>
          <p:cNvPr name="TextBox 24" id="24"/>
          <p:cNvSpPr txBox="true"/>
          <p:nvPr/>
        </p:nvSpPr>
        <p:spPr>
          <a:xfrm rot="0">
            <a:off x="9950131" y="3130701"/>
            <a:ext cx="2467316"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Week 3</a:t>
            </a:r>
          </a:p>
        </p:txBody>
      </p:sp>
      <p:grpSp>
        <p:nvGrpSpPr>
          <p:cNvPr name="Group 25" id="25"/>
          <p:cNvGrpSpPr/>
          <p:nvPr/>
        </p:nvGrpSpPr>
        <p:grpSpPr>
          <a:xfrm rot="0">
            <a:off x="13720317" y="2981592"/>
            <a:ext cx="3086100" cy="1034820"/>
            <a:chOff x="0" y="0"/>
            <a:chExt cx="812800" cy="272545"/>
          </a:xfrm>
        </p:grpSpPr>
        <p:sp>
          <p:nvSpPr>
            <p:cNvPr name="Freeform 26" id="26"/>
            <p:cNvSpPr/>
            <p:nvPr/>
          </p:nvSpPr>
          <p:spPr>
            <a:xfrm flipH="false" flipV="false" rot="0">
              <a:off x="0" y="0"/>
              <a:ext cx="812800" cy="272545"/>
            </a:xfrm>
            <a:custGeom>
              <a:avLst/>
              <a:gdLst/>
              <a:ahLst/>
              <a:cxnLst/>
              <a:rect r="r" b="b" t="t" l="l"/>
              <a:pathLst>
                <a:path h="272545" w="812800">
                  <a:moveTo>
                    <a:pt x="127941" y="0"/>
                  </a:moveTo>
                  <a:lnTo>
                    <a:pt x="684859" y="0"/>
                  </a:lnTo>
                  <a:cubicBezTo>
                    <a:pt x="718791" y="0"/>
                    <a:pt x="751333" y="13479"/>
                    <a:pt x="775327" y="37473"/>
                  </a:cubicBezTo>
                  <a:cubicBezTo>
                    <a:pt x="799321" y="61467"/>
                    <a:pt x="812800" y="94009"/>
                    <a:pt x="812800" y="127941"/>
                  </a:cubicBezTo>
                  <a:lnTo>
                    <a:pt x="812800" y="144604"/>
                  </a:lnTo>
                  <a:cubicBezTo>
                    <a:pt x="812800" y="178536"/>
                    <a:pt x="799321" y="211079"/>
                    <a:pt x="775327" y="235072"/>
                  </a:cubicBezTo>
                  <a:cubicBezTo>
                    <a:pt x="751333" y="259066"/>
                    <a:pt x="718791" y="272545"/>
                    <a:pt x="684859" y="272545"/>
                  </a:cubicBezTo>
                  <a:lnTo>
                    <a:pt x="127941" y="272545"/>
                  </a:lnTo>
                  <a:cubicBezTo>
                    <a:pt x="94009" y="272545"/>
                    <a:pt x="61467" y="259066"/>
                    <a:pt x="37473" y="235072"/>
                  </a:cubicBezTo>
                  <a:cubicBezTo>
                    <a:pt x="13479" y="211079"/>
                    <a:pt x="0" y="178536"/>
                    <a:pt x="0" y="144604"/>
                  </a:cubicBezTo>
                  <a:lnTo>
                    <a:pt x="0" y="127941"/>
                  </a:lnTo>
                  <a:cubicBezTo>
                    <a:pt x="0" y="94009"/>
                    <a:pt x="13479" y="61467"/>
                    <a:pt x="37473" y="37473"/>
                  </a:cubicBezTo>
                  <a:cubicBezTo>
                    <a:pt x="61467" y="13479"/>
                    <a:pt x="94009" y="0"/>
                    <a:pt x="127941" y="0"/>
                  </a:cubicBezTo>
                  <a:close/>
                </a:path>
              </a:pathLst>
            </a:custGeom>
            <a:solidFill>
              <a:srgbClr val="C0D1DF"/>
            </a:solidFill>
          </p:spPr>
        </p:sp>
        <p:sp>
          <p:nvSpPr>
            <p:cNvPr name="TextBox 27" id="27"/>
            <p:cNvSpPr txBox="true"/>
            <p:nvPr/>
          </p:nvSpPr>
          <p:spPr>
            <a:xfrm>
              <a:off x="0" y="-38100"/>
              <a:ext cx="812800" cy="310645"/>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13520203" y="4190856"/>
            <a:ext cx="3486328" cy="3181985"/>
          </a:xfrm>
          <a:prstGeom prst="rect">
            <a:avLst/>
          </a:prstGeom>
        </p:spPr>
        <p:txBody>
          <a:bodyPr anchor="t" rtlCol="false" tIns="0" lIns="0" bIns="0" rIns="0">
            <a:spAutoFit/>
          </a:bodyPr>
          <a:lstStyle/>
          <a:p>
            <a:pPr algn="ctr">
              <a:lnSpc>
                <a:spcPts val="3640"/>
              </a:lnSpc>
            </a:pPr>
            <a:r>
              <a:rPr lang="en-US" sz="2600">
                <a:solidFill>
                  <a:srgbClr val="2E3A44"/>
                </a:solidFill>
                <a:latin typeface="Nunito"/>
                <a:ea typeface="Nunito"/>
                <a:cs typeface="Nunito"/>
                <a:sym typeface="Nunito"/>
              </a:rPr>
              <a:t>Lorem ipsum dolor sit amet, consectetur adipiscing elit. Praesent rutrum maximus mauris sed sodales. Ut rhoncus lacinia nisi eu tempus. </a:t>
            </a:r>
          </a:p>
        </p:txBody>
      </p:sp>
      <p:sp>
        <p:nvSpPr>
          <p:cNvPr name="TextBox 29" id="29"/>
          <p:cNvSpPr txBox="true"/>
          <p:nvPr/>
        </p:nvSpPr>
        <p:spPr>
          <a:xfrm rot="0">
            <a:off x="14094950" y="3130701"/>
            <a:ext cx="2336835" cy="669925"/>
          </a:xfrm>
          <a:prstGeom prst="rect">
            <a:avLst/>
          </a:prstGeom>
        </p:spPr>
        <p:txBody>
          <a:bodyPr anchor="t" rtlCol="false" tIns="0" lIns="0" bIns="0" rIns="0">
            <a:spAutoFit/>
          </a:bodyPr>
          <a:lstStyle/>
          <a:p>
            <a:pPr algn="ctr">
              <a:lnSpc>
                <a:spcPts val="5599"/>
              </a:lnSpc>
            </a:pPr>
            <a:r>
              <a:rPr lang="en-US" sz="3999" b="true">
                <a:solidFill>
                  <a:srgbClr val="2E3A44"/>
                </a:solidFill>
                <a:latin typeface="Nunito Bold"/>
                <a:ea typeface="Nunito Bold"/>
                <a:cs typeface="Nunito Bold"/>
                <a:sym typeface="Nunito Bold"/>
              </a:rPr>
              <a:t>Week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DAG8gbrkDIk</dc:identifier>
  <dcterms:modified xsi:type="dcterms:W3CDTF">2011-08-01T06:04:30Z</dcterms:modified>
  <cp:revision>1</cp:revision>
  <dc:title>White Blue Minimalist Geometric Group Project Presentation</dc:title>
</cp:coreProperties>
</file>